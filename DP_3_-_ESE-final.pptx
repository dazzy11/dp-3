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75" r:id="rId6"/>
    <p:sldId id="276" r:id="rId7"/>
    <p:sldId id="273" r:id="rId8"/>
    <p:sldId id="277" r:id="rId9"/>
    <p:sldId id="262" r:id="rId10"/>
    <p:sldId id="278" r:id="rId11"/>
    <p:sldId id="279" r:id="rId12"/>
    <p:sldId id="265" r:id="rId13"/>
    <p:sldId id="280" r:id="rId14"/>
    <p:sldId id="281" r:id="rId15"/>
    <p:sldId id="259" r:id="rId16"/>
    <p:sldId id="271" r:id="rId17"/>
    <p:sldId id="272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A89E8C55-8D98-73CF-32E0-D04078BD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>
            <a:extLst>
              <a:ext uri="{FF2B5EF4-FFF2-40B4-BE49-F238E27FC236}">
                <a16:creationId xmlns:a16="http://schemas.microsoft.com/office/drawing/2014/main" id="{52E29B12-5FF7-1222-CC5F-1AC208D6C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>
            <a:extLst>
              <a:ext uri="{FF2B5EF4-FFF2-40B4-BE49-F238E27FC236}">
                <a16:creationId xmlns:a16="http://schemas.microsoft.com/office/drawing/2014/main" id="{7AE7E0CC-F5C0-6787-E906-8AE0C88A1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0994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30F57D85-E64D-1470-5A7E-ED39538C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>
            <a:extLst>
              <a:ext uri="{FF2B5EF4-FFF2-40B4-BE49-F238E27FC236}">
                <a16:creationId xmlns:a16="http://schemas.microsoft.com/office/drawing/2014/main" id="{E4D699BF-1416-1C5D-F1CC-EBD50329C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>
            <a:extLst>
              <a:ext uri="{FF2B5EF4-FFF2-40B4-BE49-F238E27FC236}">
                <a16:creationId xmlns:a16="http://schemas.microsoft.com/office/drawing/2014/main" id="{35CBC3E2-659D-B923-FF55-91E6DDD4B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391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No.:18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Date:01-12-2025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72900" y="603482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COLLEGE COMMUNITY APP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38666" y="2499039"/>
            <a:ext cx="5132097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SzPts val="2400"/>
              <a:buNone/>
            </a:pPr>
            <a:r>
              <a:rPr lang="en-US" sz="22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Mrs. S. Gayathri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M.E.,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740492" y="2513916"/>
            <a:ext cx="5567167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indent="0">
              <a:buNone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ARULNITHI K(811722104015)</a:t>
            </a:r>
          </a:p>
          <a:p>
            <a:pPr marL="0" indent="0">
              <a:buNone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DEEPAK MADHU KUMAR N(811721104026)</a:t>
            </a:r>
          </a:p>
          <a:p>
            <a:pPr marL="0" indent="0">
              <a:buNone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HARIHARAN V M(811722104048)</a:t>
            </a:r>
            <a:endParaRPr lang="en-US" sz="22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14325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OBJECTIVE OF THE PROJECT</a:t>
            </a:r>
            <a:endParaRPr sz="3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438275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students, faculty, and clubs within the same college through a secure, institution-verified platform using official college email authentication (@krct.ac.in).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just">
              <a:lnSpc>
                <a:spcPct val="17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2.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Foster meaningful interactions through academic discussions, event promotions, study groups, and resource sharing posts. 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indent="0" algn="just">
              <a:lnSpc>
                <a:spcPct val="17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3.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students expand their academic and social circles with features like peer following, club pages, and interest-based communities.</a:t>
            </a: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INTRODUCTION</a:t>
            </a:r>
            <a:endParaRPr sz="3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695325" y="11303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dedicated platform designed to bridge the gap between students, faculty, and college activities through seamless digital interaction.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Ensures a secure environment by allowing only verified college members (via official email IDs) to join and participate and Tailors content to departments/years, ensuring relevance while fostering cross-campus interactions .</a:t>
            </a:r>
          </a:p>
          <a:p>
            <a:pPr marL="0" indent="0" algn="just">
              <a:lnSpc>
                <a:spcPct val="170000"/>
              </a:lnSpc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Keeps users updated with instant notifications for posts, events, deadlines, and emergencies and Aims to become the go-to app for everything college-related—from classroom discussions to career opportunities.</a:t>
            </a:r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LITERATURE SURVEY</a:t>
            </a:r>
            <a:endParaRPr sz="3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103269" y="708012"/>
          <a:ext cx="11985475" cy="5792145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6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TITLE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AUTHORS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PUBLISHER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TECHNOLOGY USED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07">
                <a:tc>
                  <a:txBody>
                    <a:bodyPr/>
                    <a:lstStyle/>
                    <a:p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Social media analysis web application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Becir Isakovic; Dino </a:t>
                      </a:r>
                      <a:r>
                        <a:rPr lang="en-IN" sz="170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Keco</a:t>
                      </a:r>
                      <a:r>
                        <a:rPr lang="en-IN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; </a:t>
                      </a:r>
                      <a:r>
                        <a:rPr lang="en-IN" sz="170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Nejdet</a:t>
                      </a:r>
                      <a:r>
                        <a:rPr lang="en-IN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 </a:t>
                      </a:r>
                      <a:r>
                        <a:rPr lang="en-IN" sz="170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Dogru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HTML,Css.Javascript,noSQL</a:t>
                      </a:r>
                      <a:r>
                        <a:rPr lang="en-IN" sz="17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 database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09">
                <a:tc>
                  <a:txBody>
                    <a:bodyPr/>
                    <a:lstStyle/>
                    <a:p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Design and Implementation of a Campus-Based Social Network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John Doe, Jane Smith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IEEE International Conference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React.js, Node.js, MongoDB, Firebase Auth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09">
                <a:tc>
                  <a:txBody>
                    <a:bodyPr/>
                    <a:lstStyle/>
                    <a:p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A Secure Authentication Framework for Educational Social Platforms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Alice Brown, Robert Lee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Springer Journal of Network and Systems Management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OAuth 2.0, JWT, Python (Django)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User Engagement Analysis in Academic Community App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Carlos Garcia, Priya Patel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ACM Transactions on Social Computing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Firebase Analytics, Machine Learning (Python), Flutter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Real-Time Notification Systems in Mobile Social Networks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David Kim, Yuki Tanaka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Elsevier Journal of Systems Architecture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WebSockets</a:t>
                      </a: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, Firebase Cloud Messaging (FCM), Kotlin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Scalability Challenges in College Community Apps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Michael Adams, Sofia Ruiz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ACM Symposium on Cloud Computing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 AWS Lambda, Microservices, Kubernetes</a:t>
                      </a:r>
                      <a:endParaRPr sz="17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C00922D4-C20E-7DE7-4D45-11F8D9D7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>
            <a:extLst>
              <a:ext uri="{FF2B5EF4-FFF2-40B4-BE49-F238E27FC236}">
                <a16:creationId xmlns:a16="http://schemas.microsoft.com/office/drawing/2014/main" id="{EBD2E89D-6A72-428B-D79C-6427A653C3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>
            <a:extLst>
              <a:ext uri="{FF2B5EF4-FFF2-40B4-BE49-F238E27FC236}">
                <a16:creationId xmlns:a16="http://schemas.microsoft.com/office/drawing/2014/main" id="{37A2B48C-AEF1-3586-1CD0-C8076B9C7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ct val="100000"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EXISTING SYSTEM</a:t>
            </a:r>
            <a:endParaRPr lang="en-IN" sz="36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25496-90D7-AA36-4B6B-4A5CE6744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8303" y="205553"/>
            <a:ext cx="11035393" cy="6446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students, faculty, and clubs within a college rely on a scattered mix of platforms to stay connected: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WhatsApp/Telegram groups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informal communication, event reminders, and class updates.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Classroom/Moodle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academic materials and assignments.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(official &amp; personal)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formal notices, faculty communications, and exam-related updates.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Instagram/Club social pages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event promotions and community building.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Website/Notice boards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official announcements, deadlines, emergency alerts.</a:t>
            </a:r>
          </a:p>
        </p:txBody>
      </p:sp>
    </p:spTree>
    <p:extLst>
      <p:ext uri="{BB962C8B-B14F-4D97-AF65-F5344CB8AC3E}">
        <p14:creationId xmlns:p14="http://schemas.microsoft.com/office/powerpoint/2010/main" val="353595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38700" y="0"/>
            <a:ext cx="12345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PROBLEM IDENTIFICAITON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33492-691A-2C3B-DBF0-39A324E3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785" y="750182"/>
            <a:ext cx="9198429" cy="556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college currently uses scattered communication tools, causing frequent information gaps and missed updates.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secure authentication system to ensure only verified students access digital platforms.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 are poorly organized and often lost due to reliance on informal messaging groups.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structured digital identity, making peer discovery and collaboration difficult.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sharing posts, media, and academic updates in a secure environment.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BDA3B558-A522-1988-9C04-DE0DD319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>
            <a:extLst>
              <a:ext uri="{FF2B5EF4-FFF2-40B4-BE49-F238E27FC236}">
                <a16:creationId xmlns:a16="http://schemas.microsoft.com/office/drawing/2014/main" id="{ABC3BF59-2AC4-C748-3966-BDBC918BB5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>
            <a:extLst>
              <a:ext uri="{FF2B5EF4-FFF2-40B4-BE49-F238E27FC236}">
                <a16:creationId xmlns:a16="http://schemas.microsoft.com/office/drawing/2014/main" id="{2444766A-2471-58D1-A9A7-DF003179B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1782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ct val="100000"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PROPOSED SYSTEM</a:t>
            </a:r>
            <a:endParaRPr lang="en-IN" sz="36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C116D-0CDE-6706-EFB6-DA4F1E1C1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-44918"/>
            <a:ext cx="10740118" cy="69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proposed system introduces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dedicated, secure, and institution-verified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unifies all college interactions in one place. Key features include: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Sign-On with College Email (@krct.ac.in):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only verified students, faculty, and clubs can join, creating a trusted ecosystem.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Hub: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academic discussions, event promotions, study groups, and resource sharing into a single platform—removing the need for multiple apps.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Content: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Tailors feeds to department, year, and interests while still enabling cross-campus engagement.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 &amp; Community Pages: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spaces for clubs, interest-based groups, and faculty-student collaborations.</a:t>
            </a:r>
          </a:p>
          <a:p>
            <a:pPr marL="5715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notifications for events, deadlines, opportunities, and emergencies—no more missed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9453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0" y="136525"/>
            <a:ext cx="1219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SYSTEM ARCHITECTURE</a:t>
            </a:r>
            <a:endParaRPr sz="36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pic>
        <p:nvPicPr>
          <p:cNvPr id="4" name="Picture 3" descr="proposed_system.png">
            <a:extLst>
              <a:ext uri="{FF2B5EF4-FFF2-40B4-BE49-F238E27FC236}">
                <a16:creationId xmlns:a16="http://schemas.microsoft.com/office/drawing/2014/main" id="{4FF3F0CC-5DC2-41EA-93A5-2E601C89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906115"/>
            <a:ext cx="6400800" cy="53269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461988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SOFTWARE AND HARDWARE REQUIREMENTS </a:t>
            </a:r>
            <a:endParaRPr sz="3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675513" y="158670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HARDWARE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8GB RAM, Intel i5 Processor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2.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instance for PostgreSQL (8GB RAM, 100GB storage)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3.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scaling (e.g., AWS ALB 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718956" y="17477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SOFTWARE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Next.js, React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2.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Clerk 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Prisma 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3.Neon, </a:t>
            </a:r>
            <a:r>
              <a:rPr lang="en-US" sz="2400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prosgresSQL</a:t>
            </a: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371737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MODULES </a:t>
            </a:r>
            <a:endParaRPr sz="3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762000" y="149767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Authentication &amp; User Management Module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 Post &amp; Content Module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 Social Graph &amp; Interaction Module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4. Notifications &amp; Activity Module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365691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ct val="100000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VERIFICATION</a:t>
            </a:r>
            <a:endParaRPr lang="en-IN" sz="36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1181100" y="11009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verified college users can access the platform.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College-email-based authentication enhances security.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login, logout, password hashing, and session control.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the system from unauthorized access and misuse.</a:t>
            </a: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6350" y="3175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 AND 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850" y="1463675"/>
            <a:ext cx="10515600" cy="4351338"/>
          </a:xfrm>
        </p:spPr>
        <p:txBody>
          <a:bodyPr/>
          <a:lstStyle/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students to create and customize their profiles.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profile photos, bios, academic details, and more.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viewing others' profiles and forming social connections.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collaboration and community building.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POSTS AND MEDIA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450" y="1549400"/>
            <a:ext cx="10515600" cy="4351338"/>
          </a:xfrm>
        </p:spPr>
        <p:txBody>
          <a:bodyPr/>
          <a:lstStyle/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create posts and upload images.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likes, comments, and content interaction features.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feed improves visibility and engagement.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within the campus environment.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AND CALENDAR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351338"/>
          </a:xfrm>
        </p:spPr>
        <p:txBody>
          <a:bodyPr/>
          <a:lstStyle/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module for creating and browsing campus events.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 such as date, venue, category, and description.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participation through organized event visibility.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stay updated with upcoming activities.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285681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6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CONCLUSION</a:t>
            </a:r>
            <a:endParaRPr sz="36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C64AA-AE37-3E10-6181-21E0B716B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43" y="1317423"/>
            <a:ext cx="10929257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College Community App provides a centralized digital platform that replaces scattered communication channels in colleges.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College-email-based authentication ensures that only verified students can access the system, improving privacy and security.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 such as profiles, posts, events, and media engagement enhance student interaction and strengthen campus connectivity.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improves event visibility and participation through an organized calendar and structured announcements.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56BF2-FED4-2815-BA23-1F1E6E13DF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3257" y="817978"/>
            <a:ext cx="9252857" cy="5617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and Messaging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a secure in-app chat system for instant communication between students, departments, and clubs.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notifications for new posts, event reminders, announcements, and updates to improve user engagement.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 System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AI to suggest events, student groups, or peers with similar interests based on user activity.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Club and Department Dashboards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dedicated pages for clubs, departments, and committees to manage their events, updates, and announcements.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Event Registration System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Including RSVP tracking, QR-based check-ins, attendance analytics, and ticketing for major college events.</a:t>
            </a: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1178</Words>
  <Application>Microsoft Office PowerPoint</Application>
  <PresentationFormat>Widescreen</PresentationFormat>
  <Paragraphs>133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Arial Narrow</vt:lpstr>
      <vt:lpstr>Arial</vt:lpstr>
      <vt:lpstr>Times New Roman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EXISTING SYSTEM</vt:lpstr>
      <vt:lpstr>PowerPoint Presentation</vt:lpstr>
      <vt:lpstr>PROPOSED SYSTEM</vt:lpstr>
      <vt:lpstr>PowerPoint Presentation</vt:lpstr>
      <vt:lpstr>SOFTWARE AND HARDWARE REQUIREMENTS </vt:lpstr>
      <vt:lpstr>MODULES </vt:lpstr>
      <vt:lpstr>USER AUTHENTICATION AND VERIFICATION</vt:lpstr>
      <vt:lpstr>PROFILE MANAGEMENT AND USER INTERACTION</vt:lpstr>
      <vt:lpstr>POSTS AND MEDIA ENGAGEMENT</vt:lpstr>
      <vt:lpstr>EVENTS AND CALENDAR MANAGEMENT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Arulnithi K</cp:lastModifiedBy>
  <cp:revision>9</cp:revision>
  <dcterms:modified xsi:type="dcterms:W3CDTF">2025-11-27T17:07:19Z</dcterms:modified>
</cp:coreProperties>
</file>